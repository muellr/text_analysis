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81" r:id="rId2"/>
    <p:sldId id="257" r:id="rId3"/>
    <p:sldId id="282" r:id="rId4"/>
    <p:sldId id="264" r:id="rId5"/>
    <p:sldId id="275" r:id="rId6"/>
    <p:sldId id="280" r:id="rId7"/>
  </p:sldIdLst>
  <p:sldSz cx="12192000" cy="6858000"/>
  <p:notesSz cx="6858000" cy="9144000"/>
  <p:custShowLst>
    <p:custShow name="Machine-Leaning" id="0">
      <p:sldLst>
        <p:sld r:id="rId2"/>
        <p:sld r:id="rId3"/>
        <p:sld r:id="rId4"/>
        <p:sld r:id="rId5"/>
        <p:sld r:id="rId6"/>
        <p:sld r:id="rId7"/>
      </p:sldLst>
    </p:custShow>
    <p:custShow name="Streaming" id="1">
      <p:sldLst>
        <p:sld r:id="rId2"/>
        <p:sld r:id="rId3"/>
        <p:sld r:id="rId4"/>
        <p:sld r:id="rId5"/>
      </p:sldLst>
    </p:custShow>
  </p:custShowLst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753E7D-366A-488D-C832-8B7107CF577D}" v="57" dt="2026-04-10T08:25:57.4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335"/>
    <p:restoredTop sz="84622"/>
  </p:normalViewPr>
  <p:slideViewPr>
    <p:cSldViewPr snapToGrid="0">
      <p:cViewPr varScale="1">
        <p:scale>
          <a:sx n="89" d="100"/>
          <a:sy n="89" d="100"/>
        </p:scale>
        <p:origin x="584" y="176"/>
      </p:cViewPr>
      <p:guideLst/>
    </p:cSldViewPr>
  </p:slideViewPr>
  <p:outlineViewPr>
    <p:cViewPr>
      <p:scale>
        <a:sx n="33" d="100"/>
        <a:sy n="33" d="100"/>
      </p:scale>
      <p:origin x="0" y="-1808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9" d="100"/>
          <a:sy n="79" d="100"/>
        </p:scale>
        <p:origin x="4080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184886-9C14-F646-94FD-4C50F4C24EDB}" type="datetimeFigureOut">
              <a:rPr lang="de-CH" smtClean="0"/>
              <a:t>14.06.26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406B0D-CDB9-7342-BFE1-3BBA81393C6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43723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 err="1"/>
              <a:t>notes</a:t>
            </a:r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90407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7DC15-C04D-1CB3-890B-138EA33C18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5199A9-35A4-5590-5899-30E1BE089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321C1C2A-6A26-296D-B475-438C70EF0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3EBF-35A5-024B-8337-1FF7CA970669}" type="datetime4">
              <a:rPr lang="de-CH" smtClean="0"/>
              <a:t>14. Juni 2026</a:t>
            </a:fld>
            <a:endParaRPr lang="en-CH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BD10F6B-B557-A7E5-61C6-27C5A0E5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Text Analysis- Svetlana Khominich, Ralph Müller, David Beer </a:t>
            </a:r>
            <a:endParaRPr lang="de-CH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FB1EAC5-3DBC-BBAC-3D73-960B43BDE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0994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5D5CE-B38F-8EC7-E141-CF033B93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D13A70-7858-FEDD-8F25-F8B1DD8092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B1A156-70EB-73B0-74CE-108998002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14. Juni 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FBA8CD-6E20-1C8C-7692-C9F6A1239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E845AB-FF44-FA0C-1BAA-EDC727C7D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072982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C76A7-E5D2-B277-D8D5-4AE535674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9C275-BFFC-75C3-E12C-D7BCDFEB4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421345-9123-082F-2F97-F4ABAD045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40E02-4391-BD46-B0E7-635382A657F3}" type="datetime4">
              <a:rPr lang="de-CH" smtClean="0"/>
              <a:t>14. Juni 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63B946-1FC8-F3D6-91A4-A79224736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56E29B-ED7E-D1D1-B132-F2074BEA2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60834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F8917-B246-604F-C8E2-37954CAE1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8966CE-9554-6845-3ABA-6A500598E5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644FB3-2B0E-7C0B-8F64-B4B08421E0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E3D00B-95A5-BABB-77D6-2200F7053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6715BD-3BCD-B048-A677-0FC99A942057}" type="datetime4">
              <a:rPr lang="de-CH" smtClean="0"/>
              <a:t>14. Juni 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16D153-11F9-A048-6989-407E0F758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BF19B-0F21-C6CB-9869-F7E2432F4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06353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0AA6F-92A7-4794-7116-F36962249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EF59F6-DA23-01C6-F853-94B70AC86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B0803B-1D3B-71C8-4B2E-F30826B3BE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43242-5741-4501-83E6-6AB7BD135A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3767F3-8D55-ACCE-C1D3-8B1B9D8387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A84AA4-C041-E764-1C9A-B3F983F3A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3D90D-DE43-734C-AE99-F68BD94FD95C}" type="datetime4">
              <a:rPr lang="de-CH" smtClean="0"/>
              <a:t>14. Juni 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6C4A97-CEDC-E2BD-6F18-B02DFEA34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1DC744-76A0-B08C-ED99-B9AD55B49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449258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502AF-089F-0DE8-228A-08D34C279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15228A-BCBF-83D6-E924-C343A130B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47DC07-8BC2-F84E-8FB1-AB2E6893E256}" type="datetime4">
              <a:rPr lang="de-CH" smtClean="0"/>
              <a:t>14. Juni 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65C484-3923-0D03-6F45-6830D2D4D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97E-8A96-A8E3-0A60-5BE5C874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53703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F7F7DD-29D6-F7CB-F7AF-6D068D6AE8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5E3DE-4EE6-2348-ACB8-6E5F19BEC610}" type="datetime4">
              <a:rPr lang="de-CH" smtClean="0"/>
              <a:t>14. Juni 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A90008-2B21-BFAB-DE98-AD4D71B34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5F138D-6687-264E-44F0-992952DE7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594957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9EE6F-AE9D-E12E-E51A-F090BE907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76907-6080-4C73-82A3-804B48D39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2430A6-1520-CA58-CCCF-7E84882F49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38293E-E021-4682-1BA1-91AA26B0B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9C634-6B84-4143-A0D4-F8B2524245DA}" type="datetime4">
              <a:rPr lang="de-CH" smtClean="0"/>
              <a:t>14. Juni 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D3B4E-B72D-F74B-BA52-34CFB29A1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F11EC3-2279-7687-1304-01C34BE59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46722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23094-2327-9961-0FE2-CBD5D29BA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1BA88D-B6DF-4FB2-6443-D8B7B97CB8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8489C2-10F9-3826-966A-42CBBAB3C1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4A789-5279-80F7-9B6F-8676BC252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9641C-6DA2-E742-8275-6CFD523E67DF}" type="datetime4">
              <a:rPr lang="de-CH" smtClean="0"/>
              <a:t>14. Juni 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2091F8-3E57-96E3-721D-698A0E159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94770-1272-9367-A304-B95DC1705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708820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39337-8CF4-A1C6-7233-34A132C08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CB1E61-2E60-7F8C-3045-081C164E40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DACA3-9C59-3C83-75F4-97BD98FBE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BC503F-E78F-6642-9C43-7F779DDA9637}" type="datetime4">
              <a:rPr lang="de-CH" smtClean="0"/>
              <a:t>14.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FAC96-6B83-2B09-4BC4-D8B1EA314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D19D4-5D04-ACBC-AE10-225FC6943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921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453ABC-0F6D-19A2-744A-D82EAF5367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AFE3D9-F35C-EDA2-D6BE-5A2E7DA128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B16962-22D6-BD74-0792-A09E2C289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58EFF-D565-754D-8E1D-581A9C2ED513}" type="datetime4">
              <a:rPr lang="de-CH" smtClean="0"/>
              <a:t>14.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787D23-D6C6-2487-AC12-07291502C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A548F-0DE0-3D8D-481B-9E2CC1FFE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97377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0C2BE6-E47D-297A-5A67-B21020715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20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AFD659-4974-96ED-89FA-4D6D11FF76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4F5618-EE52-26B2-5E95-033142086E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BF76C2-678E-C049-84B9-885C068ABCCC}" type="datetime4">
              <a:rPr lang="de-CH" smtClean="0"/>
              <a:t>14.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51B11-6BEC-8924-A7C9-FFDE38826B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3C49D-CDBD-0A0B-54B8-E0A10A25D2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  <p:pic>
        <p:nvPicPr>
          <p:cNvPr id="7" name="Google Shape;53;p13">
            <a:extLst>
              <a:ext uri="{FF2B5EF4-FFF2-40B4-BE49-F238E27FC236}">
                <a16:creationId xmlns:a16="http://schemas.microsoft.com/office/drawing/2014/main" id="{0BEAF865-8FBF-1BDE-85FE-30B1EC344046}"/>
              </a:ext>
            </a:extLst>
          </p:cNvPr>
          <p:cNvPicPr/>
          <p:nvPr userDrawn="1"/>
        </p:nvPicPr>
        <p:blipFill>
          <a:blip r:embed="rId13"/>
          <a:stretch/>
        </p:blipFill>
        <p:spPr>
          <a:xfrm>
            <a:off x="9355155" y="133784"/>
            <a:ext cx="1998645" cy="1083388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8" name="Google Shape;54;p13">
            <a:extLst>
              <a:ext uri="{FF2B5EF4-FFF2-40B4-BE49-F238E27FC236}">
                <a16:creationId xmlns:a16="http://schemas.microsoft.com/office/drawing/2014/main" id="{D8E9E1C7-E9AA-DB97-C7A4-1CC02DD2141E}"/>
              </a:ext>
            </a:extLst>
          </p:cNvPr>
          <p:cNvCxnSpPr>
            <a:cxnSpLocks/>
          </p:cNvCxnSpPr>
          <p:nvPr userDrawn="1"/>
        </p:nvCxnSpPr>
        <p:spPr>
          <a:xfrm>
            <a:off x="39584" y="1362579"/>
            <a:ext cx="12053455" cy="0"/>
          </a:xfrm>
          <a:prstGeom prst="straightConnector1">
            <a:avLst/>
          </a:prstGeom>
          <a:ln w="31750">
            <a:solidFill>
              <a:srgbClr val="2266AB"/>
            </a:solidFill>
            <a:round/>
          </a:ln>
        </p:spPr>
      </p:cxnSp>
    </p:spTree>
    <p:extLst>
      <p:ext uri="{BB962C8B-B14F-4D97-AF65-F5344CB8AC3E}">
        <p14:creationId xmlns:p14="http://schemas.microsoft.com/office/powerpoint/2010/main" val="1261485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zhaw.ch/muellral/housing_listings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muqaddasejaz/fake-reviews-dataset" TargetMode="External"/><Relationship Id="rId2" Type="http://schemas.openxmlformats.org/officeDocument/2006/relationships/hyperlink" Target="https://www.kaggle.com/datasets/austinreese/usa-housing-listings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hyperlink" Target="http://127.0.0.1:5000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10601BF-ADC9-A363-8292-EB537D065D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57220"/>
            <a:ext cx="12387263" cy="82581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3DA7B6B-094E-1086-FAB4-8B71D3E5817A}"/>
              </a:ext>
            </a:extLst>
          </p:cNvPr>
          <p:cNvSpPr/>
          <p:nvPr/>
        </p:nvSpPr>
        <p:spPr>
          <a:xfrm>
            <a:off x="5820529" y="195134"/>
            <a:ext cx="6566734" cy="15840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49C0F-DCB1-914B-6823-5E8149D7E9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1083179"/>
            <a:ext cx="6015792" cy="572920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r"/>
            <a:r>
              <a:rPr lang="en-US" sz="3600" b="1" dirty="0">
                <a:solidFill>
                  <a:schemeClr val="bg1"/>
                </a:solidFill>
              </a:rPr>
              <a:t>Amazon Product Reviews 2018</a:t>
            </a:r>
            <a:endParaRPr lang="en-US" sz="3600" b="1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CC21DC-D37B-71A0-CE15-35B1DD5F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20529" y="370915"/>
            <a:ext cx="6291259" cy="843548"/>
          </a:xfrm>
        </p:spPr>
        <p:txBody>
          <a:bodyPr>
            <a:noAutofit/>
          </a:bodyPr>
          <a:lstStyle/>
          <a:p>
            <a:pPr algn="r"/>
            <a:r>
              <a:rPr lang="en-US" sz="66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Fake reviews</a:t>
            </a:r>
          </a:p>
        </p:txBody>
      </p:sp>
    </p:spTree>
    <p:extLst>
      <p:ext uri="{BB962C8B-B14F-4D97-AF65-F5344CB8AC3E}">
        <p14:creationId xmlns:p14="http://schemas.microsoft.com/office/powerpoint/2010/main" val="20606825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1E306-3DDF-5093-FABD-CF253EEC5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Projektidee</a:t>
            </a:r>
            <a:endParaRPr lang="en-US" dirty="0" err="1"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CE191-0049-66EA-BEF5-0422FB50F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CH" noProof="0" dirty="0"/>
              <a:t>Datensatz … </a:t>
            </a:r>
            <a:r>
              <a:rPr lang="en-CH" dirty="0"/>
              <a:t>erschliessen</a:t>
            </a:r>
            <a:endParaRPr lang="de-CH" noProof="0" dirty="0"/>
          </a:p>
          <a:p>
            <a:r>
              <a:rPr lang="de-CH" dirty="0"/>
              <a:t>X</a:t>
            </a:r>
          </a:p>
          <a:p>
            <a:r>
              <a:rPr lang="de-CH" dirty="0"/>
              <a:t>X</a:t>
            </a:r>
          </a:p>
          <a:p>
            <a:pPr marL="0" indent="0">
              <a:buNone/>
            </a:pPr>
            <a:endParaRPr lang="de-CH" dirty="0"/>
          </a:p>
          <a:p>
            <a:endParaRPr lang="de-CH" noProof="0" dirty="0"/>
          </a:p>
          <a:p>
            <a:pPr marL="0" indent="0">
              <a:buNone/>
            </a:pPr>
            <a:r>
              <a:rPr lang="de-CH" noProof="0" dirty="0"/>
              <a:t>Projektverzeichnis </a:t>
            </a:r>
            <a:r>
              <a:rPr lang="de-CH" dirty="0">
                <a:hlinkClick r:id="rId2"/>
              </a:rPr>
              <a:t>https://github.zhaw.ch/muellral/</a:t>
            </a:r>
            <a:endParaRPr lang="de-CH" dirty="0"/>
          </a:p>
          <a:p>
            <a:pPr marL="0" indent="0">
              <a:buNone/>
            </a:pPr>
            <a:endParaRPr lang="de-CH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D0A54-FD2A-EB29-8BBA-31F1FD43C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28FCE2-1BEF-0E12-4036-175BAD1A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2</a:t>
            </a:fld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4DC2A3-B416-6D84-30F8-C62CDD75F6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161001B4-7ECE-4C45-821A-DC5AE6F4A031}" type="datetime4">
              <a:rPr lang="de-CH" smtClean="0"/>
              <a:t>14. Juni 2026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16945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E70D2-821A-24C2-6009-A7FCA2C5D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/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0870E-2B58-BB28-F6A3-5BDE0F53B2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70000"/>
              </a:lnSpc>
            </a:pPr>
            <a:r>
              <a:rPr lang="en-CH" dirty="0"/>
              <a:t>Fake Reviews Dataset</a:t>
            </a:r>
            <a:endParaRPr lang="en-US" dirty="0">
              <a:ea typeface="+mn-lt"/>
              <a:cs typeface="+mn-lt"/>
              <a:hlinkClick r:id="rId2"/>
            </a:endParaRPr>
          </a:p>
          <a:p>
            <a:pPr>
              <a:lnSpc>
                <a:spcPct val="70000"/>
              </a:lnSpc>
            </a:pPr>
            <a:r>
              <a:rPr lang="en-US" dirty="0">
                <a:ea typeface="+mn-lt"/>
                <a:cs typeface="+mn-lt"/>
                <a:hlinkClick r:id="rId3"/>
              </a:rPr>
              <a:t>https://www.kaggle.com/datasets/muqaddasejaz/fake-reviews-dataset</a:t>
            </a:r>
            <a:endParaRPr lang="en-US" dirty="0">
              <a:ea typeface="+mn-lt"/>
              <a:cs typeface="+mn-lt"/>
            </a:endParaRPr>
          </a:p>
          <a:p>
            <a:endParaRPr lang="de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F26B9B-836B-4CB0-FA7B-9956F6C9E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FE50E-B74F-0FC2-260B-BE3D7C747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3</a:t>
            </a:fld>
            <a:endParaRPr lang="en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F990416-D15A-18CE-6880-A46DC43262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5B6B9814-5720-3C42-99A0-04A4812F75FC}" type="datetime4">
              <a:rPr lang="de-CH" smtClean="0"/>
              <a:t>14. Juni 2026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94470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9C68A7B-B4B6-CFD8-D02E-1ACCFE2EAE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A8B34B-1714-6604-1612-DB6A56D1F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Overview</a:t>
            </a:r>
            <a:endParaRPr lang="de-CH" dirty="0" err="1">
              <a:ea typeface="Calibri Light"/>
              <a:cs typeface="Calibri Light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6D76BC-CB41-73FE-C0AD-FDD5D95893A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30ECC365-4DE0-0143-9A1F-E3D7EE2DF178}" type="datetime4">
              <a:rPr lang="de-CH" smtClean="0"/>
              <a:t>14.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33E12-E42F-EEEC-C0B6-7AF854EA8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A33E2D-F770-2A7F-FD2B-242253775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47189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8824-902F-A7CD-96B9-5B0EC43F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Life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AFA41-5C8E-4B46-968F-1CD774533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>
                <a:hlinkClick r:id="rId2"/>
              </a:rPr>
              <a:t>http://127.0.0.1:5000</a:t>
            </a:r>
            <a:endParaRPr lang="de-CH" dirty="0"/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0B57C-48FE-2C3C-75B7-23E5374B52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E66B3B6E-7E09-0142-B960-3BF02BFEB55D}" type="datetime4">
              <a:rPr lang="de-CH" smtClean="0"/>
              <a:t>14.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B4F4E-D000-78BE-BBE0-29BBD4F9D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72F66-EA16-EBB6-D9B1-3C25CCF5E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5</a:t>
            </a:fld>
            <a:endParaRPr lang="en-CH"/>
          </a:p>
        </p:txBody>
      </p:sp>
      <p:pic>
        <p:nvPicPr>
          <p:cNvPr id="7" name="Content Placeholder 5" descr="Monitor with solid fill">
            <a:extLst>
              <a:ext uri="{FF2B5EF4-FFF2-40B4-BE49-F238E27FC236}">
                <a16:creationId xmlns:a16="http://schemas.microsoft.com/office/drawing/2014/main" id="{8FC53FA5-1E52-97FF-70EB-5F1038E70B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35076" y="1930475"/>
            <a:ext cx="4448220" cy="4448220"/>
          </a:xfrm>
          <a:prstGeom prst="rect">
            <a:avLst/>
          </a:prstGeom>
        </p:spPr>
      </p:pic>
      <p:pic>
        <p:nvPicPr>
          <p:cNvPr id="8" name="Graphic 7" descr="Bar chart with solid fill">
            <a:extLst>
              <a:ext uri="{FF2B5EF4-FFF2-40B4-BE49-F238E27FC236}">
                <a16:creationId xmlns:a16="http://schemas.microsoft.com/office/drawing/2014/main" id="{C195EA94-734A-61CB-F2A0-09F4D8343B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59186" y="3210470"/>
            <a:ext cx="1497994" cy="1462114"/>
          </a:xfrm>
          <a:prstGeom prst="rect">
            <a:avLst/>
          </a:prstGeom>
        </p:spPr>
      </p:pic>
      <p:pic>
        <p:nvPicPr>
          <p:cNvPr id="9" name="Graphic 8" descr="Home with solid fill">
            <a:extLst>
              <a:ext uri="{FF2B5EF4-FFF2-40B4-BE49-F238E27FC236}">
                <a16:creationId xmlns:a16="http://schemas.microsoft.com/office/drawing/2014/main" id="{922C611A-E30F-7252-CCB9-455407456B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66932" y="2950639"/>
            <a:ext cx="1732509" cy="1721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779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F640F-0583-663B-488C-719C4101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3C89-52C3-55C1-E592-460A7BF25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Lessons</a:t>
            </a:r>
            <a:r>
              <a:rPr lang="de-CH" dirty="0"/>
              <a:t> </a:t>
            </a:r>
            <a:r>
              <a:rPr lang="de-CH" dirty="0" err="1"/>
              <a:t>learned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F0B65-5BC9-92BA-3863-40AAECB965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CH" dirty="0"/>
              <a:t>xxx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C5934E-B049-8F00-977D-1AF08C716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B57C1C-5954-2D86-3BB9-3D0CCC63F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6</a:t>
            </a:fld>
            <a:endParaRPr lang="en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1696BC9-3254-9262-8B07-499647881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DD2E1766-9633-E747-BBED-E122B4E61F73}" type="datetime4">
              <a:rPr lang="de-CH" smtClean="0"/>
              <a:t>14. Juni 2026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08055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323</TotalTime>
  <Words>111</Words>
  <Application>Microsoft Macintosh PowerPoint</Application>
  <PresentationFormat>Widescreen</PresentationFormat>
  <Paragraphs>34</Paragraphs>
  <Slides>6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  <vt:variant>
        <vt:lpstr>Custom Shows</vt:lpstr>
      </vt:variant>
      <vt:variant>
        <vt:i4>2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Fake reviews</vt:lpstr>
      <vt:lpstr>Projektidee</vt:lpstr>
      <vt:lpstr>Dataset</vt:lpstr>
      <vt:lpstr>Overview</vt:lpstr>
      <vt:lpstr>Life Demo</vt:lpstr>
      <vt:lpstr>Lessons learned</vt:lpstr>
      <vt:lpstr>Machine-Leaning</vt:lpstr>
      <vt:lpstr>Streaming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dave b</dc:creator>
  <cp:lastModifiedBy>dave b</cp:lastModifiedBy>
  <cp:revision>62</cp:revision>
  <cp:lastPrinted>2026-04-12T14:11:19Z</cp:lastPrinted>
  <dcterms:created xsi:type="dcterms:W3CDTF">2025-12-15T17:20:02Z</dcterms:created>
  <dcterms:modified xsi:type="dcterms:W3CDTF">2026-06-14T11:12:30Z</dcterms:modified>
</cp:coreProperties>
</file>